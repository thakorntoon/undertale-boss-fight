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27"/>
    <p:sldId id="267" r:id="rId13"/>
    <p:sldId id="268" r:id="rId14"/>
    <p:sldId id="269" r:id="rId15"/>
    <p:sldId id="270" r:id="rId16"/>
    <p:sldId id="277" r:id="rId28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Relationship Id="rId2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795528"/>
            <a:ext cx="713232" cy="754380"/>
          </a:xfrm>
          <a:prstGeom prst="ellips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91088" y="795528"/>
            <a:ext cx="713232" cy="754380"/>
          </a:xfrm>
          <a:prstGeom prst="ellips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0">
            <a:off x="10442448" y="1097280"/>
            <a:ext cx="1152144" cy="850392"/>
          </a:xfrm>
          <a:prstGeom prst="triangl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5376672"/>
            <a:ext cx="475488" cy="502920"/>
          </a:xfrm>
          <a:prstGeom prst="ellips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8992" y="5376672"/>
            <a:ext cx="475488" cy="502920"/>
          </a:xfrm>
          <a:prstGeom prst="ellips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10800000">
            <a:off x="713232" y="5577840"/>
            <a:ext cx="768096" cy="566928"/>
          </a:xfrm>
          <a:prstGeom prst="triangl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55680" y="5534863"/>
            <a:ext cx="404165" cy="427482"/>
          </a:xfrm>
          <a:prstGeom prst="ellips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28755" y="5534863"/>
            <a:ext cx="404165" cy="427482"/>
          </a:xfrm>
          <a:prstGeom prst="ellips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10800000">
            <a:off x="11217859" y="5705856"/>
            <a:ext cx="652882" cy="481889"/>
          </a:xfrm>
          <a:prstGeom prst="triangl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GAME MAKER LANGUAGE  →  JAVA 2D GRAPHICS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UndertaleBossFight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code-architecture overview — what each part does, its functions &amp; variables, and how they connect and work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FF2E2E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724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files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FFD43B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2608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~26,800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92608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4DA6F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7492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7492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5BE584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22376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2376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7260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C77DF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7260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✓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37260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port Undertale boss fights (GML) → a standalone Java game, pick a boss and fight instantly · build green, 49 tests pass · javadoc on every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 — clear separation, one-way dependency on 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46504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FF92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7465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util/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71800" y="16824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· low-level helpers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971800" y="202082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GMLHelper (GML math ports) · Assets (sprites/sounds) · Audio (caster_*) · Fonts (pixel fonts)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2761488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4DA6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7614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71800" y="2697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files · game 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71800" y="3035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(30 FPS loop) · Entity/EntityManager (instance list) · GlobalState · TurnManager · Alarm/Event/Sequence · Input · Scene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3776472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5BE58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377647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71800" y="37124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files · shared combat systems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71800" y="40507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· BulletBoard · BattleMenu · DamageSystem · MercySystem · ActDispatcher · Karma/Ratings/Web · BossSelectMenu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3232" y="4791456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C77D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479145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bullet/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71800" y="47274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files · bullets / patterns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971800" y="5065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 → Bullet / Generator → per-boss bullet families: bones · gaster · undyne · asgore · mettaton · muffet · toriel · asriel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3270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580644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FF2E2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58064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boss/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971800" y="5742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files · the 9 bosses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971800" y="6080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Boss/BossBody (controller+body) · Monster · BossRegistry · Papyrus · Sans · Undyne · Asgore · Mettaton EX/NEO · Muffet · Toriel · Asriel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direction:  boss · bullet · battle  →  core  →  util   (upper layers know lower ones, never the reverse — adding a boss never touches Core)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LAYER — ENGINE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— game loop + the Entity system (GameMaker emulation)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Game.java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/ constants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640 · HEIGHT 480 · FPS 30.0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(Scene) · input · muteToastFrames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start(): open JFrame/Canvas + BufferStrategy, enter loop()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loop(): fixed-timestep accumulator — tick logic in 1/30 s steps, draw each pass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tick(): poll input → mute → current.update()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draw(): clear to black → current.render() → toast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setScene() = GML room_goto (exit→enter)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Entity.java (abstract)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GameMaker instance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depth · destroyed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(AlarmTimer) · events (EventUser)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lifecycle (overridable)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beginStep() — Begin Step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Step (must implement)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endStep() — End Step (Sans i-frame/KARMA)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render(Graphics2D) — Draw (must implement)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onAlarm(n) — alarm[n] fires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onDestroy() — instance_destroy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642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EntityManager.java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324612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GML instance list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addQueue · destroyQueue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add()/destroy() — queued (deferred)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with(Class, action) = with(obj){}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exists() · count() · nearest()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beginStepAll / updateAll / endStepAll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renderAll() — sort by depth, then draw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flush() — apply add/remove at frame end · clear()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tuned this pass: per-frame passes iterate active directly (no list copy) — see last slide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 is locked to exactly 30 FPS → GML alarm[n] / turntimer values (expressed in frames) port over as-is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LAYER — ENGINE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— timers · events · cutscenes ·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AlarmTimer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alarm[0..11] (COUNT=12, OFF=-1)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set(n,frames) · get(n) · cancel(n) · isActive(n)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tick(): counts down each frame; at 0 → owner.onAlarm(n), then switches off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576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EventUser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291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GML event_user(0..15)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register(n, Runnable) · fire(n) · has(n)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use them as sub-state entry points, e.g. Undyne 2=spear, 13=melt, 14=siner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642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32461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cutscene helper, replaces con/death_c/trcon counters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at(step, action) · step() · setStep() · advance()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whenWriterDone(gate): advance only once the writer has finished typing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5486400" cy="2267712"/>
          </a:xfrm>
          <a:prstGeom prst="roundRect">
            <a:avLst>
              <a:gd name="adj" fmla="val 2823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0142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InputHandler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5120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keys → GML keyboard_check / keyboard_check_pressed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poll() snapshots once per frame → held() (down), pressed() (edge), released()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KeyListener + KeyEventDispatcher — catches keys window-wide, survives macOS focus loss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arrows/WASD move · Z/Enter/Space confirm · X/Shift cancel · C menu · ESC pause · M mute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904488"/>
            <a:ext cx="5532120" cy="2267712"/>
          </a:xfrm>
          <a:prstGeom prst="roundRect">
            <a:avLst>
              <a:gd name="adj" fmla="val 282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40142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(interface)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407408"/>
            <a:ext cx="5166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screen = a GML room (driven by Game loop)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enter() — become active · exit() — release resources (e.g. music)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one logic step · render(Graphics2D) — draw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scenes: BossSelectMenu (pick boss / seed stats) and BattleScene (the fight)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LAYER — THE DATA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GlobalState — the single home for every global.* variable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Hard rule: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caches a copy of a global — every system reads/writes through GlobalState.get() (singleton), mirroring GML's single global 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D43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state machine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mnfight  myfight  turntimer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firingrate  bmenuno  bmenucoord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attacked  inbattle  attacktype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8536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5BE58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71416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1416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 maxhp  at  df  lv  xp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  (i-frames)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 (KARMA poison — Sans)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8432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4DA6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11312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box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idealborder[4]=left/right/top/bottom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(preset index)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darkify  shakify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2E2E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slots (×16)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monsterhp[] monstermaxhp[]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monsteratk[] monsterdef[]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myself  mercy  mercymod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88536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C77D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71416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1416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faceemotion  hurtanim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damagetimer  ratings (EX)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hope (Asriel)  fivedamage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922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11312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+ run state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1312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  takedamage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flag[1000]  tempvalue[100]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kills  murderlv  osflavor  battlegroup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Methods:  newGame() resets everything (process start)  ·  enterBattle(group) seeds per-battle state  ·  get() returns the singleton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LAYER — TURN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TurnManager — the global.mnfight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place mnfight is interpreted + owns the shared turn boilerplate (reset attacked, count turntimer, end turn → menu) — bosses plug in via hooks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2103120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D43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21031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201168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10128" y="201168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plays intro cutscene · wait introComplete() → player turn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" y="2779776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4DA6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77977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26883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10128" y="268833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command menu (FIGHT/ACT/ITEM/MERCY), self-driven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8368" y="3456432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922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345643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33649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ENTER_ENEMY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10128" y="33649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attacked=0 → chooseAttack() → set mnfight=1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" y="4133088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2E2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" y="41330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9888" y="404164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ENEMY_TURN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10128" y="404164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 fly · count turntimer down · at 0 → endEnemyTurn()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18304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58368" y="4809744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5BE58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480974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89888" y="47183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ACT_SPARE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310128" y="471830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resolveActOrSpare(): settle ACT/SPARE, then proceed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8368" y="5486400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C77D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48640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89888" y="53949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10128" y="539496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/ transform (onSpecial) — fully boss-driven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18120" y="2011680"/>
            <a:ext cx="3813048" cy="2788920"/>
          </a:xfrm>
          <a:prstGeom prst="roundRect">
            <a:avLst>
              <a:gd name="adj" fmla="val 2295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001000" y="2121408"/>
            <a:ext cx="344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 (wired by BattleScene)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001000" y="2514600"/>
            <a:ext cx="344728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introComplete — has the intro finished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 — boss picks this turn's attack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resolveActOrSpare — settle ACT/SPARE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onSpecial — special/transform handler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TurnManager never references boss/menu directly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18120" y="4919472"/>
            <a:ext cx="3813048" cy="1371600"/>
          </a:xfrm>
          <a:prstGeom prst="roundRect">
            <a:avLst>
              <a:gd name="adj" fmla="val 4667"/>
            </a:avLst>
          </a:prstGeom>
          <a:solidFill>
            <a:srgbClr val="1E2127"/>
          </a:solidFill>
          <a:ln w="12700">
            <a:solidFill>
              <a:srgbClr val="FFD43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0100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startPlayerTurn() → mnfight=2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endEnemyTurn() → turntimer=0, back to menu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isEnemyTurn() / isPlayerMenu()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Negatives (-1, -99) = frozen phase during a death/transform cutscene — only the boss's Sequence runs, no turn logic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 LAYER — THE PLAYER HEART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(obj_heart) + SoulMode — 5 movement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84909"/>
            <a:ext cx="190195" cy="20116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88797" y="1784909"/>
            <a:ext cx="190195" cy="20116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10800000">
            <a:off x="742493" y="1865376"/>
            <a:ext cx="307238" cy="226771"/>
          </a:xfrm>
          <a:prstGeom prst="triangl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07008" y="15727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free-move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freely in the box — Asgore, Undyne, Sans (real phase)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3232" y="2498141"/>
            <a:ext cx="190195" cy="201168"/>
          </a:xfrm>
          <a:prstGeom prst="ellips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8797" y="2498141"/>
            <a:ext cx="190195" cy="201168"/>
          </a:xfrm>
          <a:prstGeom prst="ellips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0800000">
            <a:off x="742493" y="2578608"/>
            <a:ext cx="307238" cy="226771"/>
          </a:xfrm>
          <a:prstGeom prst="triangl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07008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jump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jump (4 directions) — Papyrus, Sans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13232" y="3211373"/>
            <a:ext cx="190195" cy="201168"/>
          </a:xfrm>
          <a:prstGeom prst="ellips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8797" y="3211373"/>
            <a:ext cx="190195" cy="201168"/>
          </a:xfrm>
          <a:prstGeom prst="ellips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10800000">
            <a:off x="742493" y="3291840"/>
            <a:ext cx="307238" cy="226771"/>
          </a:xfrm>
          <a:prstGeom prst="triangl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07008" y="29992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14600" y="29992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999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still, face shield to block spears — both Undynes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12464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3232" y="3924605"/>
            <a:ext cx="190195" cy="20116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88797" y="3924605"/>
            <a:ext cx="190195" cy="20116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rot="10800000">
            <a:off x="742493" y="4005072"/>
            <a:ext cx="307238" cy="226771"/>
          </a:xfrm>
          <a:prstGeom prst="triangl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07008" y="37124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14600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7124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bottom-locked, fires upward — Mettaton 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425696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3232" y="4637837"/>
            <a:ext cx="190195" cy="201168"/>
          </a:xfrm>
          <a:prstGeom prst="ellips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88797" y="4637837"/>
            <a:ext cx="190195" cy="201168"/>
          </a:xfrm>
          <a:prstGeom prst="ellips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rot="10800000">
            <a:off x="742493" y="4718304"/>
            <a:ext cx="307238" cy="226771"/>
          </a:xfrm>
          <a:prstGeom prst="triangl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207008" y="44256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42569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4256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web strands, hop between them — Muffet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35240" y="1572768"/>
            <a:ext cx="399592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18120" y="168249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fields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818120" y="2075688"/>
            <a:ext cx="36301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HALF=8 (hitbox) · mode · movement · hspeed/vspeed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jumpStage (1 grounded / 2 airborne) · facing/shieldDir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web/webYno/webMoving (purple) · shot/firedThisFrame (yellow)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ignoreBorder · imageAlpha (cutscene fades)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35240" y="3931920"/>
            <a:ext cx="399592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18120" y="4041648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/ behavior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818120" y="4434840"/>
            <a:ext cx="36301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branches by mode → updateRed/Blue/Green/Yellow/Purple()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hurt(dmg): sets takedamage + i-frames (read by DamageSystem)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box bounds straight from GlobalState.idealborder (decoupled from input/box)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arrives via leftHeld/…/confirmPressed fields fed by BattleScene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SoulMode (enum) binds the GML movement value (1/2/11/12/13/3/4) + sprite name → boss code that reads obj_heart.movement ports 1:1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 LAYER — BOX + MENU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BulletBoard (combat box) + BattleMenu (command menu)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BulletBoard.java  (obj_borderparent)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combat box = the idealborder system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ideal[4] = target box the boss configures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cur[4] = current box that lerps toward ideal (smooth resize)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cur back into GlobalState.idealborder every frame → the single source the soul + every bullet read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menuMode: on the player turn, widens into the menu box (MENU_BOX 40,600,250,385)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instaSnap: snap instead of lerp · lerpSpeed=0.25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climbTop: ceiling follows the soul up (Papyrus super-bone)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(degrees): cosmetic tilt (Muffet pet) — logic box stays axis-aligned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snapToCombat(): shrink back to the combat box before spawning bullets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126480" y="1572768"/>
            <a:ext cx="550468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682496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BattleMenu.java  (bmenu + attack bar)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075688"/>
            <a:ext cx="513892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command menu, runs while mnfight==2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/ ACT / ITEM / MERCY + submenus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attack-timing bar → accuracy 0..1 passed to onFight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text 'press Z to continue' — turn stays with the player until dismissed</a:t>
            </a:r>
            <a:endParaRPr lang="en-US" sz="11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(wired by BattleScene)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onFight(accuracy) — compute damage + play strike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onItem() — no items in the boss rush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onSpare() — spare if mercy.canSpare()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flavor() — pulls boss.message into the box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reset() — reset the menu on return to player turn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menu talks to TurnManager only through GlobalState.myfight/mnfight → TurnManager needn't know the menu exists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 LAYER — DAMAGE · MERCY ·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DamageSystem · MercySystem · ActDispatcher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DamageSystem.java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takes damage (scr_damagestandard)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resolve(): if takedamage → applyPlayerDamage(); count inv (i-frames) + damagetimer down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taken = max(1, dmg − (df+(lv−1))/5) → snd_hurt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hits the monster (scr_attackcalc)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monsterHurt(slot, timing): dmg=(at+rnd)−def, ×skill-check (bar centre=full, edge=40%)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Per-boss overrides (set in setup)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forcedKill (NEO one-hit) · playerDamageMultiplier ×21 + min 600 (Undyne)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fivedamageThreshold (Asgore 'leave at low HP') · karma (KarmaTicker, End-Step)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572768"/>
            <a:ext cx="2743200" cy="4617720"/>
          </a:xfrm>
          <a:prstGeom prst="roundRect">
            <a:avLst>
              <a:gd name="adj" fmla="val 233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682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MercySystem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075688"/>
            <a:ext cx="2377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FULL=100 · BROKEN=2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reaches 100 = spareable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mercymod per boss: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8000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999999 (∞)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−999999 (never)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Asgore broken (button gone)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addMercy() · canSpare() · setBrokenMercy()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572768"/>
            <a:ext cx="2670048" cy="4617720"/>
          </a:xfrm>
          <a:prstGeom prst="roundRect">
            <a:avLst>
              <a:gd name="adj" fmla="val 239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0" y="16824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ActDispatcher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0" y="2075688"/>
            <a:ext cx="23042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ACT option → a 'whatiheard' id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it to boss.onAct()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setOptions(labels, ids)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choose(index)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checkText (CHECK)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ACT graph lives in each boss's onAct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of the three are tied to a specific boss — a boss sets overrides/options in setup, then the same code serves every fight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 LAYER — BOSS-SPECIFIC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Boss-specific helpers + the boss-select scene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48256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SCR_BORDERSETUP preset table: maps global.border → box coords [left,right,top,bottom] (default + Undyne 12/13, rising 14, Asgore 29/30)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2186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KarmaTicker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Sans's KARMA ('KR') poison. While km&gt;0 HP drains on a timer (rate scales with km + i-frames) but never kills directly (floored at 1). tick() runs in End-Step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4754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RatingsMaster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Mettaton EX's ratings meter (starts 4000) — the win condition, not HP. Queue of deltas 'Fashion +1500…' + a graph. Getting hit / Boast / idle move ratings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199632" y="1572768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82512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048256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Muffet's purple web — holds the strand geometry (xmid/xlen/yzero/yspace/yamt/yoff) the soul is bound to and every bullet rides along + draws the lines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199632" y="3108960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82512" y="32186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MonsterKid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3584448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decorative Monster Kid on the title screen — paces back and forth then trips (spr_mkid_trip). No gameplay effect, just the running gag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199632" y="4645152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754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BossSelectMenu (Scene)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5120640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boss-select — seeds stats itself (no story): pick BOSS · MAX HP (LV presets) · MODE NORMAL/GENOCIDE (seeds high murderlv)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BOSS/ LAYER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boss/ — split Controller (logic) from Body (visuals)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194560"/>
          </a:xfrm>
          <a:prstGeom prst="roundRect">
            <a:avLst>
              <a:gd name="adj" fmla="val 291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(abstract) — Controller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166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'turn logic' half. Core calls the SPI: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— scr_monstersetup, set soul mode / border / mercymod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pick + spawn the attack, set turntimer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onAct() · onSpare() · onDamaged() · onDefeat() · onSpecial() · introComplete()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stats(Monster) · body · turns · battleOver · message/dialogue/banner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attach(soul, board, damage, mercy, act) injects systems before setup()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642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BossBody (abstract) — Body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057400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'visuals + attack sub-state' half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multi-part sprite (legs/torso/arm/face/sweat…)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setAttack(selector): controller pushes the value in (GML a_type/fighto/attacktype)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attack sub-state (bosses whose patterns live in the body, e.g. Sans, Undyne)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body = pure visuals, controller spawns the bones itself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788920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995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2423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 block / slot: name · maxhp · atk · def · xpreward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setup()=scr_monstersetup (seed stats into slot)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defeat()=scr_monsterdefeat (award XP)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hp()/setHp() read-write the slot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2788920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11880" y="3995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BossRegistry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4389120"/>
            <a:ext cx="2423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battlegroup → factory (=scr_battlegroup)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boss = 1 line, no Core change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1=Pap 2=Sans 3=Asgore 4=Undyne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5=NEO 6=EX 7=Muffet 8=Toriel 9=Asriel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321808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FF2E2E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3995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split Controller / Body?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GML, where a boss = a controller object + a separate _body object drawing the multi-part sprite. Turn logic (pick attack, ACT, death) lives in the controller; the attack's animation/collision lives in the body. The two communicate via setAttack() + GlobalState.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1/6 — THE FIRST BOSS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 (obj_torielboss) — fire &amp; hands, two ways 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HP / ATK 6 / DEF 1. A long fire-and-hands gauntlet with two exits: wear her down until a DEF trap turns the next hit lethal, or refuse to fight until she relents.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1874520"/>
          </a:xfrm>
          <a:prstGeom prst="roundRect">
            <a:avLst>
              <a:gd name="adj" fmla="val 341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5856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mechanics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166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soul; every turn rolls mycommand (0–100) → one of 5 attacks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helix / mini-helix / sparser helix in the TALL box (border 7); one or two sweeping hands in the WIDE-SHORT box (border 6)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drop homing chase-fire — the main threat now Faltering is cut; sine columns drift left↔right so no spot stays safe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422452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ways 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166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KILL: HP ≤ 150 collapses her DEF to −140 — the next hit almost always kills (the classic trap), then her death monologue plays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SPARE: can't be spared by the button (mercymod −20000); refuse to fight and a conversation counter climbs a guilt-trip ladder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conversation 13 she stops attacking and runs the relent monologue → won by mercy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55080" y="225856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Overridden methods / SPI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0749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musicPath() — Heartache theme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— HP 440, RED soul, border 6, mercymod −20000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roll mycommand, pick box + attack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onDamaged() — hurt shudder; HP ≤ 150 → DEF −140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onAct() — Check / Talk (flavor; both spend the turn)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onDefeat() — death-monologue cutscene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drive the relent / death monologue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— the body (TorielBody) draws her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GENOCIDE: murderlv ≥ 1 → DEF −9999, one-hit kill + the cold 'you really hate me that much?' death 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438 lines — the first boss · full fire-helix + sweeping-hands port · bullet/toriel (FireHelix · MiniHelix · ChaseFire · HandBullet) · refuse-to-fight spare route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2/6 — THE BLUE SOUL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(obj_papyrusboss) — introduces the BLUE SOUL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ATK 20 / DEF 20 but his hits barely scratch — and you cannot win by FIGHTing. A turn-counted bone gauntlet that ends when Papyrus runs out of attacks and grants MERCY.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1874520"/>
          </a:xfrm>
          <a:prstGeom prst="roundRect">
            <a:avLst>
              <a:gd name="adj" fmla="val 341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5856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mechanics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166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fighto counter (−1 → 17): picks each turn's bone layout, self-advances (matches GML's mnfight==2)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BLUE SOUL: gravity pulls down + press up to jump over bones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spawns the bones itself (body is pure visuals); layouts transcribed from enumb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422452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Annoying Dog cutscene (special attack)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166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blt_tobydogbone: the dog steals the 'special attack' bone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bonetalk state machine + AnnoyingDog (EAT→SURPRISE→SCOOT)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'regular attack', then Papyrus spares you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55080" y="225856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Overridden methods / SPI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0749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musicPath() — Bonetrousle theme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pick layout from fighto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drive the bonetalk/dog cutscene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onAct(whatiheard) — the ACT graph (flirt, etc.)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onSpare() — accept being spared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onDefeat() — decapitation cutscene before ending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introComplete() — open the menu when intro ends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— draw boss + bones (~500 lines)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GENOCIDE: murderlv ≥ 7 → falls in one hit + the 'I believe in you' dialogue changes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868 lines — exercises the full Core: BLUE soul · fighto state machine · Sequence (bonetalk) · AnnoyingDog entity · bones from bullet/bones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3/6 — THE HARDEST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(obj_sansb) — KARMA · Gaster Blaster · 1989 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HP / 1 ATK / 1 DEF, but he dodges every swing — gated by the hit_try counter, not HP. Stages: blue gauntlet → the turn-14 turning point → the real red phase → special attack → sleep.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397764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SansBoss.java (763) — Controller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918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hit_try counter drives the stages (13 blue → 14 turning point → 15-26 red)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just makes Sans dodge (slide); his turn still runs in full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14: he offers to spare you — stalls until you choose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· onAct() · onDefeat() · onSpare()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mercyDeath() — the fake FIGHT button (the spare ending)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wakeUp() — waking from the sleep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657600" cy="397764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SansBody.java (1989) — Body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0560" y="2697480"/>
            <a:ext cx="32918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multi-part sprite: legs/torso/arm pose/face/sweat/blue eye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a_type patterns the controller selects + smasher slams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(50→75): special-attack chain — warmup → blaster ring → slam loop → monologue → sleep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waitThen(n, step): ports GML's alarm[5] lac++ stepping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startSmasher() · startChain() · dodge() · sneakAttack()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 gravity/slam strength of the special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0" y="2194560"/>
            <a:ext cx="3584448" cy="397764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0" y="230428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Sans-specific mechanics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2697480"/>
            <a:ext cx="321868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(KarmaTicker): after a hit, HP keeps draining — accumulating poison km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shows as a magenta band on the HP bar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Gaster Blaster: skull laser cannon (bullet/gaster)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ScreenFlash: white blink between chained attacks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blue-bone: only hurts while the soul is moving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its own music (ramped) → musicPath()=null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largest file in the project — the body is 1989 lines because the special attack is a long chain of sub-states transcribed frame-by-frame from reference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4/6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 the Undying + Asgore (final boss)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Undyne (obj_undyneboss, 695)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66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GREEN shield ↔ RED dodge by order 1→24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GREEN: shield tutorial ('En guarde!')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RED: follow-spears ('Enough warming up!')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 GREEN · 12–14 RED: rising-spears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 GREEN · 22–24 RED ('DIE ALREADY!')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spared (mercymod hugely negative)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playerDamageMultiplier ×21 (min 600) → FIGHT can break through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overrides: musicPath · chooseAttack · onDefeat · onAct · onSpecial · update · render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soul faces the shield 4 ways + many spear types from bullet/undyne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5896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8249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Asgore (obj_asgoreb, 488)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509320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boss — cruelest MERCY mechanic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cutscene: '…DETERMINATION.' → 'Human… Goodbye.'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button gone from the start (global.mercy=2, broken) — no shatter, it simply isn't there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soul · long gauntlet: fire + flying hands + trident swipes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fivedamage: a hit that drops HP too low → 'left at low HP' cutscene instead of death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GENOCIDE: offers tea → player strikes in one blow → kneels 'Why… You…'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overrides: chooseAttack · onAct · onDamaged · onDefeat · update · introComplete · render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fire + hands + trident swipes from bullet/asgore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5/6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Mettaton EX / NEO + Muffet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 EX (473)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by RATINGS, not HP (but HP death is also real)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shoot soul — fires up to destroy Shootable targets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20-turn machine: sets taunt/tempo/border; turn 14 blows his arms off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attacktype = 29 + turns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endings: grind 1600 HP to 0 (con50) or push ratings past the milestone (con90)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hideHpHeader=true → shows the RATINGS meter instead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bullets: parasol/plus-bomb/disco/leg/arm…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 NEO (193)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genocide-only · cutscene-only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90 ATK / 9 DEF but…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mercymod = −999999 → skips his turn instantly (never fires a bullet)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= forcedKill (one-shot kill)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killing blow → faceemotion 6 → monologue types → white-fade → explodes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overrides: chooseAttack/onAct/onDefeat/update/introComplete/render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of a 'pure cutscene' boss that uses Core the least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046720" y="1572768"/>
            <a:ext cx="3584448" cy="461772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824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Muffet (429)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75688"/>
            <a:ext cx="3218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fought entirely in PURPLE web mode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1250 / ATK 8 / DEF 0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bound to 3 strands, hops between them to dodge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turns (turnAmt 0..15) = 16 patterns from SpiderBulletGen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4/9/15 = pet special (Breakfast/Lunch/Dinner)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ending: a telegram from the RUINS → misunderstanding → spares you (peaceful)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 route: DEF drops → FIGHT fells her in 2-3 hits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bullets: spider/donut/croissant/cupcake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DEEP-DIVE 6/6 — THE FINALE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Asriel Dreemurr (obj_asrielb → obj_asrielfinal) — the two-part finale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 — GOD of Hyperdeath (810)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9999 / DEF 9999 — unkillable &amp; unspareable (mercymod hugely negative)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turns counter 0→13 walks a fixed attack table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Fire-Magic intro (white fire-helix on black) → cosmic gauntlet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GALACTA BLAZING — falling rainbow stars + finale star (t 0/4/9)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SHOCKER BREAKER (II) — rainbow lightning columns, hurt only on the flash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SABER / SLICER — sword-arms slash the short box (t 2/6/10)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BUSTER / BLASTER — gun-arm bolt-waves → a huge beam (t 5/7/11)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h_mode hard variants once turns ≥ 8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Hope (cut ATK 8→6 + heal) / Dream (heal)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t==13 HYPER GONER (box → fullscreen, HP clamped to 1) → transform</a:t>
            </a:r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 — Angel of Death / SAVE</a:t>
            </a:r>
          </a:p>
        </p:txBody>
      </p:sp>
      <p:sp>
        <p:nvSpPr>
          <p:cNvPr id="9" name="Text 7"/>
          <p:cNvSpPr/>
          <p:nvPr/>
        </p:nvSpPr>
        <p:spPr>
          <a:xfrm>
            <a:off x="448056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winged Angel-of-Death form (AsrielFinalBody)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un-loseable: onLethalDamage() → “But it refused.” refills HP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(flag[501]==0): token comet barrage (AngelComet, dmg 1)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/ Check just struggle (“Can’t move your body.”)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≥4 struggles → SAVE realization → flag[501]=1, HP restored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button becomes the rainbow SAVE button (wantsSaveButton())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4 friend entries → all freed → flag[501]=2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 else” = SAVE Asriel himself → flag[501]=3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cutscene → victory card (“You SAVED ASRIEL.”)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572768"/>
            <a:ext cx="3584448" cy="461772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824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Lost Souls (boss/asriel/)</a:t>
            </a:r>
          </a:p>
        </p:txBody>
      </p:sp>
      <p:sp>
        <p:nvSpPr>
          <p:cNvPr id="12" name="Text 10"/>
          <p:cNvSpPr/>
          <p:nvPr/>
        </p:nvSpPr>
        <p:spPr>
          <a:xfrm>
            <a:off x="8229600" y="2075688"/>
            <a:ext cx="3218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SAVE = a friend mini-fight in a different soul mode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earlier bosses’ bullet engines (no Core change)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 — GREEN shield-block (SpearBlocker)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Alphys — YELLOW shoot + umbrella mini-Mettatons (ParasolGen)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&amp; Papyrus — BLUE bones (SizeBone)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 &amp; Asgore — RED spiral fire + hands (ConvergingFireGen)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 soul (3–4 ACTs) → sets flag[505..508]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LostSoul (abstract) + LostSoulBody — flat-grey silhouette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lives in boss/asriel/, driven by AsrielBoss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BULLET/ LAYER — PROJECTILES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bullet/ — the bullet hierarchy + per-boss families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hierarchy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GML motion fields: hspeed/vspeed/gravity/gravityDirection/imageAngle/imageSpeed/dmg + integrateMotion()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Bullet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the soul: halfWidth/boxTop/boxBottom + collidesSoul() → onHitSoul() → Soul.hurt(). blue flag (only hurts a moving blue soul) · osc bobbing · cull off-box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Generator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emitter (obj_*gen): rate/count/life/diff/lv + emit(), then self-destructs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PlayerBullet + Shootable (interface)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soul's bullet (EX) flies up, hits a Shootable → onShot() (destroy/toggle) + shotRating()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26280" y="16367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bones/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· Papyrus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SansBone · BoneWall · BoneStab · BoneLoopV · BonePlatform · TopBone · SizeBone · BoneArt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2153412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22357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gaster/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5374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9320" y="21534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GasterBlaster + GasterBlasterGen — skull laser cannon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752344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2834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undyne/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136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27523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Follow/Rise/Rot/Green Spear (+Gen) · BlockBullet · BlockSpear2 · BlueFinisher · SpearBlocker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351276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26280" y="34335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asgore/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7353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33512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Linear/Radial/Helix/Sine/Column/Storm/Converging + HandBullet · SpearSwipe · SideDam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950208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26280" y="4032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Mettaton 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39502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Parasol · Plus Bomb/Blast · DiscoBall · HeartCore · OrbitRing · Leg · SegArm · Lightning · Block (shootable)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4549140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26280" y="46314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muffet/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9331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45491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SpiderBullet(+Gen) · VertSpider · Croissant · Cupcake · DonutBullet · PetSpecial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Principle: a generator is an Entity too → lives in the same instance list, spawned/destroyed through EntityManager just like a bullet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89120" y="5148072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4526280" y="5230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toriel/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262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989320" y="51480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FireHelix(+Gen) · MiniHelix · ChaseFire · HandBullet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4526280" y="61310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Asriel</a:t>
            </a:r>
          </a:p>
        </p:txBody>
      </p:sp>
      <p:sp>
        <p:nvSpPr>
          <p:cNvPr id="37" name="Shape 25"/>
          <p:cNvSpPr/>
          <p:nvPr/>
        </p:nvSpPr>
        <p:spPr>
          <a:xfrm>
            <a:off x="4389120" y="5747004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26"/>
          <p:cNvSpPr/>
          <p:nvPr/>
        </p:nvSpPr>
        <p:spPr>
          <a:xfrm>
            <a:off x="4526280" y="58293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asriel/</a:t>
            </a:r>
          </a:p>
        </p:txBody>
      </p:sp>
      <p:sp>
        <p:nvSpPr>
          <p:cNvPr id="39" name="Text 28"/>
          <p:cNvSpPr/>
          <p:nvPr/>
        </p:nvSpPr>
        <p:spPr>
          <a:xfrm>
            <a:off x="5989320" y="57470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StarBlazing · StormStar · ShockerBreaker · ChaosSaber · SwordArm · ChaosBuster · HyperGoner · AngelComet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UTIL/ LAYER — HELPERS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util/ — the low-level helpers every layer calls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GMLHelper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GameMaker built-ins (angles in degrees, screen-space: 0°=right, 90°=up, y inverted)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lengthdir_x/y · dcos/dsin · point_direction · point_distance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random_range · random · irandom(_range) · choose · clamp · sign · approach · angle_difference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lets GML motion formulas port over verbatim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627632"/>
            <a:ext cx="5504688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737360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130552"/>
            <a:ext cx="51389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+ caches sprites/sounds from resources/ (= sprite_index)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sprite(name)/image(name) return a BufferedImage (IMAGE_CACHE)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 → returns null + logs once (MISSING_LOGGED) — draw code guards on null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real art exists (copyrighted assets aren't committed)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069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462272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engine — stands in for GML's caster_*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Music: loop() one looping track, stopMusic() (single music bus)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SFX: play() fire-and-forget, can overlap (blips/hits/strikes)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 support via vorbisspi/jorbis · toggleMute()/isMuted()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59352"/>
            <a:ext cx="5504688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4069080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4462272"/>
            <a:ext cx="51389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on-theme pixel fonts, loaded once from resources/fonts/ + registered with the JVM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ui(size) = VT323 (body: menus/box/HUD/dialogue)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title(size) = Press Start 2P (headings/PAUSED)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of derived sizes · load failure → Monospaced fallback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ALL WORKS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frame — how every piece collaborates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411480" cy="41148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6367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Game.tick()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53312" y="19202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input · check mute · call current.update()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432304"/>
            <a:ext cx="411480" cy="41148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feedSoulInput()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53312" y="266090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BattleScene feeds keys to the Soul (enemy turn only)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72968"/>
            <a:ext cx="411480" cy="411480"/>
          </a:xfrm>
          <a:prstGeom prst="ellipse">
            <a:avLst/>
          </a:prstGeom>
          <a:solidFill>
            <a:srgbClr val="5BE58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118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beginStepAll → updateAll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53312" y="340156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Entity: alarms→update(). Soul moves · bullets fly+collide · body animates · menu self-drives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913632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53312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turns.tick()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53312" y="414223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mnfight → call boss hooks (chooseAttack/onSpecial…) count turntimer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35424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654296"/>
            <a:ext cx="411480" cy="411480"/>
          </a:xfrm>
          <a:prstGeom prst="ellipse">
            <a:avLst/>
          </a:prstGeom>
          <a:solidFill>
            <a:srgbClr val="FF2E2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53312" y="4599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damage.resolve()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53312" y="488289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pending damage (takedamage) through DEF · count i-frames · endStep → KARMA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76088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5394960"/>
            <a:ext cx="411480" cy="41148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53312" y="53400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endStepAll → flush()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53312" y="56235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queued entities (deferred) · loop back to step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1572768"/>
            <a:ext cx="3493008" cy="3063240"/>
          </a:xfrm>
          <a:prstGeom prst="roundRect">
            <a:avLst>
              <a:gd name="adj" fmla="val 2388"/>
            </a:avLst>
          </a:prstGeom>
          <a:solidFill>
            <a:srgbClr val="1E2127"/>
          </a:solidFill>
          <a:ln w="15875">
            <a:solidFill>
              <a:srgbClr val="FFD43B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464040" y="1931213"/>
            <a:ext cx="427939" cy="45262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9061" y="1931213"/>
            <a:ext cx="427939" cy="45262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9529877" y="2112264"/>
            <a:ext cx="691286" cy="510235"/>
          </a:xfrm>
          <a:prstGeom prst="triangl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26517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GlobalState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306324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on the left talks through this one global — mnfight · hp · idealborder · monsterhp[] · takedamage · turntimer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4800600"/>
            <a:ext cx="3493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knows no specific boss — bosses plug in via hooks + read/write GlobalState only → adding a boss never touches Core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PRINCIPLES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GML → Java mapping + design principles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126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GML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DA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constructor / setup()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Draw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render(Graphics2D g)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Begin/End Step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beginStep() / endStep()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alarm[n]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AlarmTimer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event_user(n)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EventUser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global.* variables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fields on GlobalState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instance_create/_destroy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EntityManager.add / destroy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with(obj) { 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EntityManager.with(Class, …)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room_goto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Game.setScene(Scene)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scr_battlegroup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BossRegistry.create()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72768"/>
            <a:ext cx="472744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682496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core design principles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86600" y="2075688"/>
            <a:ext cx="4361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Body split — boss turn logic (Boss) separated from drawing (BossBody)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all globals live on GlobalState, never scattered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knows no boss — contact via hooks/SPI; add a boss = 1 line in BossRegistry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Frame-locked 30 FPS — GML alarm/turntimer values port over as-is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are Entities too — emitters live in the same instance list, deferred add/destroy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adding a boss barely touches Core — write only Boss/BossBody + bullets, then register in BossRegistry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SESSION'S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session’s feature + code-health — clean, green, 49 tests 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results (whole project)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663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stray debug prints · no swallowed exceptions · no dead code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 dead field — AsrielFinalBody.bodyfader (never read/written)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stale AsrielBoss javadoc (said attacks weren’t built — they all are)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on every class · 1 documented TODO (SansBody a_type 9, unreachable)</a:t>
            </a:r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8249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Latest boss: ASRIEL DREEMURR — the two-part finale</a:t>
            </a:r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509320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GOD of Hyperdeath: scripted turns 0→13 (Star/Galacta Blazing · Shocker Breaker · Chaos Saber · Chaos Buster · Hyper Goner) → transform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Angel of Death: death-loop → SAVE → 4 Lost-Soul fights (Undyne · Alphys · skelebros · Dreemurrs) → SAVE Asriel → win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Asriel{Boss,Body,Background,FinalBody} + boss/asriel + bullet/asriel (16 files) — zero Core changes, one registry line (9=Asriel)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82528" cy="1280160"/>
          </a:xfrm>
          <a:prstGeom prst="roundRect">
            <a:avLst>
              <a:gd name="adj" fmla="val 5714"/>
            </a:avLst>
          </a:prstGeom>
          <a:solidFill>
            <a:srgbClr val="1E2127"/>
          </a:solidFill>
          <a:ln w="19050">
            <a:solidFill>
              <a:srgbClr val="5BE584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114800"/>
            <a:ext cx="1108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SUCCESSFUL   ·   TESTS: 49 run, 0 failed, 0 errored, 0 skipped   ·   RESULT: PASS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 &amp; after: 44 → 49 tests pass — the new boss plugs in via the registry and never touches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8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re-comment all 20k lines: the code already has thorough javadoc/inline comments — a blanket re-comment is churn that adds risk without value, so comments were added only where code actually changed (the new Toriel files)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UndertaleBossFight — Code Architecture Overview</dc:title>
  <dc:subject>PptxGenJS Presentation</dc:subject>
  <dc:creator>Claude Code</dc:creator>
  <cp:lastModifiedBy>Claude Code</cp:lastModifiedBy>
  <cp:revision>1</cp:revision>
  <dcterms:created xsi:type="dcterms:W3CDTF">2026-06-19T07:21:04Z</dcterms:created>
  <dcterms:modified xsi:type="dcterms:W3CDTF">2026-06-19T07:21:04Z</dcterms:modified>
</cp:coreProperties>
</file>