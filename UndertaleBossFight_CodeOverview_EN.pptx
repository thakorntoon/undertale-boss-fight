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code-architecture overview — what each part does, its functions &amp; variables, and how they connect and work together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~19,200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port Undertale boss fights (GML) → a standalone Java game, pick a boss and fight instantly · build green, 36 tests pass · javadoc on every class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layers — clear separation, one-way dependency on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files · low-level helpers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(GML math ports) · Assets (sprites/sounds) · Audio (caster_*) · Fonts (pixel fonts)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files · game engine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(30 FPS loop)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files · shared combat systems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files · bullets / patterns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per-boss bullet families: bones · gaster · undyne · asgore · mettaton · muffet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files · the 7 bosses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Dependency direction:  boss · bullet · battle  →  core  →  util   (upper layers know lower ones, never the reverse — adding a boss never touches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the Entity system (GameMaker emulation)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/ constants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open JFrame/Canvas + BufferStrategy, enter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tick logic in 1/30 s steps, draw each pass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clear to black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GameMaker instance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lifecycle (overridable)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fires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queued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sort by depth, then draw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apply add/remove at frame end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tuned this pass: per-frame passes iterate active directly (no list copy) — see last slide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loop is locked to exactly 30 FPS → GML alarm[n] / turntimer values (expressed in frames) port over as-is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timers · events · cutscenes · input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counts down each frame; at 0 → owner.onAlarm(n), then switches off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GML event_user(0..15)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bodies use them as sub-state entry points, e.g.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cutscene helper, replaces con/death_c/trcon counters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advance only once the writer has finished typing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keys → GML keyboard_check / keyboard_check_pressed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snapshots once per frame → held() (down), pressed() (edge),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KeyListener + KeyEventDispatcher — catches keys window-wide, survives macOS focus loss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arrows/WASD move · Z/Enter/Space confirm · X/Shift cancel · C menu · ESC pause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screen = a GML room (driven by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become active · exit() — release resources (e.g. music)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one logic step · render(Graphics2D) — draw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scenes: BossSelectMenu (pick boss / seed stats) and BattleScene (the fight)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THE DATA 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the single home for every global.* variable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 caches a copy of a global — every system reads/writes through GlobalState.get() (singleton), mirroring GML's single global scope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idealborder[4]=left/right/top/bottom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Methods:  newGame() resets everything (process start)  ·  enterBattle(group) seeds per-battle state  ·  get() returns the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TURN MACHINE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the global.mnfight state machine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mnfight is interpreted + owns the shared turn boilerplate (reset attacked, count turntimer, end turn → menu) — bosses plug in via hooks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plays intro cutscene · wait introComplete() → player turn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 (FIGHT/ACT/ITEM/MERCY), self-driven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set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 fly · count turntimer down · at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settle ACT/SPARE, then proceed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/ transform (onSpecial) — fully boss-driven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(wired by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has the intro finished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boss picks this turn's attack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settle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special/transform handler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never references boss/menu directly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back to menu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Negatives (-1, -99) = frozen phase during a death/transform cutscene — only the boss's Sequence runs, no turn logic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THE PLAYER HEART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movement modes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 in the box — Asgore, Undyne, Sans (real phase)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 (4 directions) — Papyrus, Sans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still, face shield to block spears — both Undynes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bottom-locked, fires upward — Mettaton EX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web strands, hop between them — Muffet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fields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(purple) · shot/firedThisFrame (yellow)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(cutscene fades)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 / behavior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branches by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sets takedamage + i-frames (read by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box bounds straight from GlobalState.idealborder (decoupled from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arrives via leftHeld/…/confirmPressed fields fed by BattleScene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binds the GML movement value (1/2/11/12/13/3/4) + sprite name → boss code that reads obj_heart.movement ports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BOX + MENU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(combat box) + BattleMenu (command menu)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combat box = the idealborder system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target box the boss configures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current box that lerps toward ideal (smooth resize)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cur back into GlobalState.idealborder every frame → the single source the soul + every bullet read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on the player turn, widens into the menu box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instead of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ceiling follows the soul up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(degrees): cosmetic tilt (Muffet pet) — logic box stays axis-aligned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shrink back to the combat box before spawning bullets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menu, runs while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submenus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attack-timing bar → accuracy 0..1 passed to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text 'press Z to continue' — turn stays with the player until dismissed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(wired by BattleScene)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compute damage + play strike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no items in the boss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spare if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pulls boss.message into the box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reset the menu on return to player turn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menu talks to TurnManager only through GlobalState.myfight/mnfight → TurnManager needn't know the menu exists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DAMAGE · MERCY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takes damage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if takedamage → applyPlayerDamage(); count inv (i-frames) + damagetimer down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hits the monster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×skill-check (bar centre=full, edge=40%)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Per-boss overrides (set in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'leave at low HP')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reaches 100 = spareable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per boss: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(never)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(button gone)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ACT option → a 'whatiheard' id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it to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 graph lives in each boss's onAct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of the three are tied to a specific boss — a boss sets overrides/options in setup, then the same code serves every fight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BOSS-SPECIFIC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Boss-specific helpers + the boss-select scene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SCR_BORDERSETUP preset table: maps global.border → box coords [left,right,top,bottom] (default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Sans's KARMA ('KR') poison. While km&gt;0 HP drains on a timer (rate scales with km + i-frames) but never kills directly (floored at 1). tick() runs in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EX's ratings meter (starts 4000) — the win condition, not HP. Queue of deltas 'Fashion +1500…' + a graph. Getting hit / Boast / idle move ratings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Muffet's purple web — holds the strand geometry (xmid/xlen/yzero/yspace/yamt/yoff) the soul is bound to and every bullet rides along + draws the lines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decorative Monster Kid on the title screen — paces back and forth then trips (spr_mkid_trip). No gameplay effect, just the running gag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boss-select — seeds stats itself (no story): pick BOSS · MAX HP (LV presets) · MODE NORMAL/GENOCIDE (seeds high murderlv)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 LAYER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split Controller (logic) from Body (visuals)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'turn logic' half. Core calls the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set soul mode / border / 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+ spawn the attack, set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injects systems before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'visuals + attack sub-state' half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 (legs/torso/arm/face/sweat…)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pushes the value in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attack sub-state (bosses whose patterns live in the body, e.g.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pure visuals, controller spawns the bones itself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 block / slot: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(seed stats into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(award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read-write the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boss = 1 line, no Core change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split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GML, where a boss = a controller object + a separate _body object drawing the multi-part sprite. Turn logic (pick attack, ACT, death) lives in the controller; the attack's animation/collision lives in the body. The two communicate via setAttack() + GlobalState.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1/4 — FIRST BOSS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introduces the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ATK 20 / DEF 20 but his hits barely scratch — and you cannot win by FIGHTing. A turn-counted bone gauntlet that ends when Papyrus runs out of attacks and grants MERCY.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mechanics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fighto counter (−1 → 17): picks each turn's bone layout, self-advances (matches GML's mnfight==2)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BLUE SOUL: gravity pulls down + press up to jump over bones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spawns the bones itself (body is pure visuals); layouts transcribed from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Annoying Dog cutscene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the dog steals the 'special attack' bone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the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with a 'regular attack', then Papyrus spares you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Overridden methods / SPI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Bonetrousle theme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layout from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drive the bonetalk/dog cutscene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the ACT graph (flirt, etc.)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accept being spared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decapitation cutscene before ending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open the menu when intro ends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draw boss + bones (~500 lines)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murderlv ≥ 7 → falls in one hit + the 'I believe in you' dialogue changes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lines — exercises the full Core: BLUE soul · fighto state machine · Sequence (bonetalk) · AnnoyingDog entity · bones from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2/4 — THE HARDEST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lines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DEF, but he dodges every swing — gated by the hit_try counter, not HP. Stages: blue gauntlet → the turn-14 turning point → the real red phase → special attack → sleep.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hit_try counter drives the stages (13 blue → 14 turning point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just makes Sans dodge (slide); his turn still runs in full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he offers to spare you — stalls until you choose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the fake FIGHT button (the spare ending)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waking from the sleep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sprite: legs/torso/arm pose/face/sweat/blue eye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a_type patterns the controller selects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sleep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ports GML's alarm[5] lac++ stepping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gravity/slam strength of the special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Sans-specific mechanics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after a hit, HP keeps draining — accumulating poison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shows as a magenta band on the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skull laser cannon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white blink between chained attacks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only hurts while the soul is moving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its own music (ramped)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largest file in the project — the body is 1989 lines because the special attack is a long chain of sub-states transcribed frame-by-frame from reference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3/4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(final boss)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alternates GREEN shield ↔ RED dodge by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shield tutorial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spared (mercymod hugely negative)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can break through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faces the shield 4 ways + many spear types from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boss — cruelest MERCY mechanic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cutscene: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button gone from the start (global.mercy=2, broken) — no shatter, it simply isn't there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long gauntlet: fire + flying hands + trident swipes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a hit that drops HP too low → 'left at low HP' cutscene instead of death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offers tea → player strikes in one blow → kneels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fire + hands + trident swipes from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4/4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by RATINGS, not HP (but HP death is also real)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fires up to destroy Shootable targets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20-turn machine: sets taunt/tempo/border; turn 14 blows his arms off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endings: grind 1600 HP to 0 (con50) or push ratings past the milestone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shows the RATINGS meter instead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90 ATK / 9 DEF but…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skips his turn instantly (never fires a bullet)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killing blow → faceemotion 6 → monologue types → white-fade → explodes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overrides: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 of a 'pure cutscene' boss that uses Core the least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 entirely in PURPLE web mode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bound to 3 strands, hops between them to dodge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turns (turnAmt 0..15) = 16 patterns from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ending: a telegram from the RUINS → misunderstanding → spares you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drops → FIGHT fells her in 2-3 hits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 LAYER — PROJECTILES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the bullet hierarchy + per-boss families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hierarchy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motion fields: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the soul: halfWidth/boxTop/boxBottom + collidesSoul() → onHitSoul() → Soul.hurt(). blue flag (only hurts a moving blue soul) · osc bobbing · cull off-box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emitter (obj_*gen): rate/count/life/diff/lv + emit(), then self-destructs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yellow soul's bullet (EX) flies up, hits a Shootable → onShot() (destroy/toggle)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340864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423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340864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skull laser cannon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3127248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09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3127248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913632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995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913632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700016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7823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5084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700016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(shootable)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48640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5686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870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48640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Principle: a generator is an Entity too → lives in the same instance list, spawned/destroyed through EntityManager just like a bullet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 LAYER — HELPERS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the low-level helpers every layer calls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GameMaker built-ins (angles in degrees, screen-space: 0°=right, 90°=up, y inverted)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lets GML motion formulas port over verbatim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+ caches sprites/sounds from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return a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file → returns null + logs once (MISSING_LOGGED) — draw code guards on null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real art exists (copyrighted assets aren't committed)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engine — stands in for GML's caster_*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one looping track, stopMusic() (single music bus)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fire-and-forget, can overlap (blips/hits/strikes)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 support via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on-theme pixel fonts, loaded once from resources/fonts/ + registered with the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(body: menus/box/HUD/dialogue)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(headings/PAUSED)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 derived sizes · load failure → Monospaced fallback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ALL WORKS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frame — how every piece collaborates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input · check mute · call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feeds keys to the Soul (enemy turn only)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Entity: alarms→update(). Soul moves · bullets fly+collide · body animates · menu self-drives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mnfight → call boss hooks (chooseAttack/onSpecial…) count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pending damage (takedamage) through DEF · count i-frames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queued entities (deferred) · loop back to step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on the left talks through this one global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knows no specific boss — bosses plug in via hooks + read/write GlobalState only → adding a boss never touches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PRINCIPLES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→ Java mapping + design principles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variables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on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core design principles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boss turn logic (Boss) separated from drawing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all globals live on GlobalState, never scattered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knows no boss — contact via hooks/SPI; add a boss = 1 line in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GML alarm/turntimer values port over as-is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are Entities too — emitters live in the same instance list,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adding a boss barely touches Core — write only Boss/BossBody + bullets, then register in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SESSION'S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Code-health pass — clean, green, one real tuning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results (whole project)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stray debug prints · no swallowed exceptions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dead code (intensity/fonts checked — used / already cached)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on every class + detailed inline comments already present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remaining TODO = a note about an unreachable GML branch (intentional)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a missing-asset warning (intentional, not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Efficiency tuning: EntityManager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copied new ArrayList&lt;&gt;(active) 4×/frame (begin/update/endStep + with) + 1 in render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per-frame passes iterate active directly — safe because add/destroy are deferred (active is stable mid-frame)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reuses a buffer (renderOrder) instead of allocating a new list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~5 fewer list allocations/frame, 100% behavior-preserving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36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before &amp; after: the same 36 tests pass — the EntityManager change is behavior-preserving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re-comment all 19k lines: the code already has thorough javadoc/inline comments — a blanket re-comment is churn that adds risk without value, so comments were added only where code actually changed (the EntityManager invariant)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Code Architecture Overview</dc:title>
  <dc:subject>PptxGenJS Presentation</dc:subject>
  <dc:creator>Claude Code</dc:creator>
  <cp:lastModifiedBy>Claude Code</cp:lastModifiedBy>
  <cp:revision>1</cp:revision>
  <dcterms:created xsi:type="dcterms:W3CDTF">2026-06-19T07:21:04Z</dcterms:created>
  <dcterms:modified xsi:type="dcterms:W3CDTF">2026-06-19T07:21:04Z</dcterms:modified>
</cp:coreProperties>
</file>